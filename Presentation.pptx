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7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1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9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0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76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6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1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8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5EEC9-8B98-4B91-9F2B-D6A310376C27}" type="datetimeFigureOut">
              <a:rPr lang="en-US" smtClean="0"/>
              <a:t>Tuesday-23-12-2025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A00A-59E5-454F-B510-B844051D8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6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0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7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3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50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9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0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8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" y="0"/>
            <a:ext cx="913575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2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5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5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6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6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7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علي عثمان</dc:creator>
  <cp:lastModifiedBy>علي عثمان</cp:lastModifiedBy>
  <cp:revision>1</cp:revision>
  <dcterms:created xsi:type="dcterms:W3CDTF">2025-12-23T07:52:52Z</dcterms:created>
  <dcterms:modified xsi:type="dcterms:W3CDTF">2025-12-23T08:00:27Z</dcterms:modified>
</cp:coreProperties>
</file>